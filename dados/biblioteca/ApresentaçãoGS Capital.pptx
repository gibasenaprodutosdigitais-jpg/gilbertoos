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38" r:id="rId1"/>
  </p:sldMasterIdLst>
  <p:sldIdLst>
    <p:sldId id="257" r:id="rId2"/>
    <p:sldId id="277" r:id="rId3"/>
    <p:sldId id="258" r:id="rId4"/>
    <p:sldId id="275" r:id="rId5"/>
    <p:sldId id="280" r:id="rId6"/>
    <p:sldId id="259" r:id="rId7"/>
    <p:sldId id="260" r:id="rId8"/>
    <p:sldId id="261" r:id="rId9"/>
    <p:sldId id="279" r:id="rId10"/>
    <p:sldId id="262" r:id="rId11"/>
    <p:sldId id="263" r:id="rId12"/>
    <p:sldId id="276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81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9214E-1DAB-574F-93AE-9EA9513CE4DB}" v="9" dt="2020-09-23T11:12:46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56"/>
    <p:restoredTop sz="95928"/>
  </p:normalViewPr>
  <p:slideViewPr>
    <p:cSldViewPr snapToGrid="0" snapToObjects="1">
      <p:cViewPr varScale="1">
        <p:scale>
          <a:sx n="113" d="100"/>
          <a:sy n="11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207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1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05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2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79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60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2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16C4C9A-3960-41CF-A4E9-2A8FB932454B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97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072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164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87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298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531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107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14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4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73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page2image62418864">
            <a:extLst>
              <a:ext uri="{FF2B5EF4-FFF2-40B4-BE49-F238E27FC236}">
                <a16:creationId xmlns:a16="http://schemas.microsoft.com/office/drawing/2014/main" id="{C397DCF0-1754-C34D-8386-DCECCFAF3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AB088AD-8B68-49B6-8901-E48578CB1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page2image62418864">
            <a:extLst>
              <a:ext uri="{FF2B5EF4-FFF2-40B4-BE49-F238E27FC236}">
                <a16:creationId xmlns:a16="http://schemas.microsoft.com/office/drawing/2014/main" id="{C397DCF0-1754-C34D-8386-DCECCFAF3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77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page3image62709408">
            <a:extLst>
              <a:ext uri="{FF2B5EF4-FFF2-40B4-BE49-F238E27FC236}">
                <a16:creationId xmlns:a16="http://schemas.microsoft.com/office/drawing/2014/main" id="{ADB1F826-6ECC-164D-976A-CD5AAE2744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8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4CE1FDB-875D-4FB8-A710-31C35BAFE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3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5641F8-5144-4755-A7C7-06EA699D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2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page4image62420432">
            <a:extLst>
              <a:ext uri="{FF2B5EF4-FFF2-40B4-BE49-F238E27FC236}">
                <a16:creationId xmlns:a16="http://schemas.microsoft.com/office/drawing/2014/main" id="{21165527-00FD-2047-B1CC-94941889C2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46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page5image62883808">
            <a:extLst>
              <a:ext uri="{FF2B5EF4-FFF2-40B4-BE49-F238E27FC236}">
                <a16:creationId xmlns:a16="http://schemas.microsoft.com/office/drawing/2014/main" id="{5CFE0F4A-8B13-8B44-9BD1-91B10EF4E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50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page6image62434464">
            <a:extLst>
              <a:ext uri="{FF2B5EF4-FFF2-40B4-BE49-F238E27FC236}">
                <a16:creationId xmlns:a16="http://schemas.microsoft.com/office/drawing/2014/main" id="{A1DD376D-87A0-BF4D-ABBA-2ED4A2D82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54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CD974E2-3E53-45FA-88DD-71A0219B0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3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page7image62540976">
            <a:extLst>
              <a:ext uri="{FF2B5EF4-FFF2-40B4-BE49-F238E27FC236}">
                <a16:creationId xmlns:a16="http://schemas.microsoft.com/office/drawing/2014/main" id="{04FBAC98-B1DF-AC46-8958-550CF82ED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964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 descr="page8image62415504">
            <a:extLst>
              <a:ext uri="{FF2B5EF4-FFF2-40B4-BE49-F238E27FC236}">
                <a16:creationId xmlns:a16="http://schemas.microsoft.com/office/drawing/2014/main" id="{FE8365B0-9CD0-DB4F-807B-F03B04811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" y="10"/>
            <a:ext cx="1238356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72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F6DDA2D-BFD8-224E-91BE-607D16A7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00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 descr="page9image62606176">
            <a:extLst>
              <a:ext uri="{FF2B5EF4-FFF2-40B4-BE49-F238E27FC236}">
                <a16:creationId xmlns:a16="http://schemas.microsoft.com/office/drawing/2014/main" id="{9E3D98A4-85E8-DA4B-B729-794C0A51C7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371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 descr="page10image62562400">
            <a:extLst>
              <a:ext uri="{FF2B5EF4-FFF2-40B4-BE49-F238E27FC236}">
                <a16:creationId xmlns:a16="http://schemas.microsoft.com/office/drawing/2014/main" id="{D6287D68-4961-5446-AB4F-72DEC115E7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698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49BF07-AEB0-42FD-80E6-18547275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265" name="Picture 1" descr="page11image62504480">
            <a:extLst>
              <a:ext uri="{FF2B5EF4-FFF2-40B4-BE49-F238E27FC236}">
                <a16:creationId xmlns:a16="http://schemas.microsoft.com/office/drawing/2014/main" id="{39C727A3-0FE1-FE43-A0B8-2F54CB380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0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408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0F3742-EF7C-4B62-89B7-EBF955C8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289" name="Picture 1" descr="page12image62434128">
            <a:extLst>
              <a:ext uri="{FF2B5EF4-FFF2-40B4-BE49-F238E27FC236}">
                <a16:creationId xmlns:a16="http://schemas.microsoft.com/office/drawing/2014/main" id="{0992A184-5AB0-F747-8851-D530CA7EE5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0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98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0255622-9ECB-41BC-AE16-A31FA912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313" name="Picture 1" descr="page13image62884144">
            <a:extLst>
              <a:ext uri="{FF2B5EF4-FFF2-40B4-BE49-F238E27FC236}">
                <a16:creationId xmlns:a16="http://schemas.microsoft.com/office/drawing/2014/main" id="{17E02784-CFE8-CF43-9265-FA06E3E68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0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03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 descr="page14image62884592">
            <a:extLst>
              <a:ext uri="{FF2B5EF4-FFF2-40B4-BE49-F238E27FC236}">
                <a16:creationId xmlns:a16="http://schemas.microsoft.com/office/drawing/2014/main" id="{8D125664-A502-6141-B251-371657A74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89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 descr="page15image62530752">
            <a:extLst>
              <a:ext uri="{FF2B5EF4-FFF2-40B4-BE49-F238E27FC236}">
                <a16:creationId xmlns:a16="http://schemas.microsoft.com/office/drawing/2014/main" id="{55FE877F-2D24-574D-836B-CC1A55C68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092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 descr="page16image62518288">
            <a:extLst>
              <a:ext uri="{FF2B5EF4-FFF2-40B4-BE49-F238E27FC236}">
                <a16:creationId xmlns:a16="http://schemas.microsoft.com/office/drawing/2014/main" id="{32FA65DA-5506-D742-AEC2-A5DBA0B31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426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 descr="page17image62518512">
            <a:extLst>
              <a:ext uri="{FF2B5EF4-FFF2-40B4-BE49-F238E27FC236}">
                <a16:creationId xmlns:a16="http://schemas.microsoft.com/office/drawing/2014/main" id="{BAB46DB4-3F07-E141-9795-C868E068D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830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 descr="page18image62724448">
            <a:extLst>
              <a:ext uri="{FF2B5EF4-FFF2-40B4-BE49-F238E27FC236}">
                <a16:creationId xmlns:a16="http://schemas.microsoft.com/office/drawing/2014/main" id="{3A9D1C97-FE1A-C548-8841-BBAC11521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793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7B74AD-C812-4EC1-A7E8-1CB5F9E9D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3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C3FBBB1-F91F-4239-B6E4-0525D25B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02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SHOP CRIPTOMOEDAS GS" id="{96B84552-0D13-8A4D-9A26-6A6B08760E5E}" vid="{9FBF7F90-8F8F-814E-A5C6-BF229A0DB1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7" baseType="lpstr">
      <vt:lpstr>Arial</vt:lpstr>
      <vt:lpstr>Century Gothic</vt:lpstr>
      <vt:lpstr>Malha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WazX</dc:creator>
  <cp:lastModifiedBy>WazX</cp:lastModifiedBy>
  <cp:revision>14</cp:revision>
  <dcterms:created xsi:type="dcterms:W3CDTF">2020-09-23T11:50:37Z</dcterms:created>
  <dcterms:modified xsi:type="dcterms:W3CDTF">2020-09-29T14:17:10Z</dcterms:modified>
</cp:coreProperties>
</file>