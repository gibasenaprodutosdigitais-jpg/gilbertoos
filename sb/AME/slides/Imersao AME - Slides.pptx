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Abertura, 8h30, com os dois no palco. Deixar este slide na tela durante o credenciamento.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frase que abre a imersão. Pausa depois dela. Perguntar quem na sala se reconhece aqui e pedir pra levantar a mão.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tese que amarra os dois dias e explica por que o dia 1 vem antes do dia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numeração segue a jornada do paciente. A ordem de execução é outra, e é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numeração dos pilares segue a jornada do paciente. Pra executar, a ordem inverte: quem entra em marketing antes de arrumar preço costuma voltar em seis meses mais cansado e com a mesma sobra.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um se apresenta em um minuto. Duas cabeças, três leituras: gestão e imposto, médico e venda, margem e dinheiro.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quatro estão na última folha do kit. É com eles que cada um vê, em 30 e em 90 dias, se a imersão mudou alguma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mundo abre o kit na ficha e preenche os quatro pilares, 21 perguntas. Uns 40 minutos. As perguntas voltam bloco a bloco ao longo dos dois dias. Lembrar: a ficha é de cada um e nenhum número é aberto sem autorização.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 no 2G do livro dos 5 G's, Gestão Financeira.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pra três pessoas falarem o número em voz alta. A maioria não sabe, e esse é o ponto de partida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Perguntar com que frequência uma paga a despesa da outra. Enquanto as contas se misturam, a sobra do mês não existe como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da ficha: você tem pró-labore definido, ou tira conforme o caixa permite? Quem tira conforme o caixa nunca sabe se a clínica dá lucro.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Rotina mensal de fechamento: quem fecha, até que dia, em que planilha ou sistema. Sem as três respostas, não existe mês fechado.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entra a meta que o Gilberto recomenda, em meses. Não está no material: definir antes do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ordem do 2G no livro: governança, orçamento, fluxo de caixa, investimentos, endividamento. Na clínica, governança é a conta separada, o pró-labore e o fechamento do mês que acabamos de 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 deste bloco: falar em redução, não em número final. As alíquotas da reforma ainda não estão fechadas.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Redução sobre a alíquota padrão, que ainda não está fechada. Por isso não falar em número final de imposto, só na redução.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NBS é a Nomenclatura Brasileira de Serviços. Perguntar quem na sala sabe como o serviço aparece descrito na própria nota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estética é a maior insegurança da sala. Dar um exemplo de cada público: a sala é 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classificação do procedimento decide a conta de imposto deste consultório, e quase ninguém olhou isso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alguém pedir o número da alíquota, responder que ela ainda não foi fechada, e voltar para o que dá pra fazer já.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entram os casos do Gilberto de regime errado na saúde.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o bloco que costuma mudar o resultado mais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Ouvir três respostas da sala antes de passar.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procedimento com margem baixa que ocupa muita agenda puxa a média pra baixo, e no agregado ninguém vê.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entra a sua conta do custo real da hora, do seu jeito. A folha do exercício deixa esse campo em branco pra ser preenchido junto com 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linhas são as mesmas da folha do kit. Se a sua conta tiver outra linha, mudar aqui e na folha antes do evento. Uns 40 minutos de exercício; circular pela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 o bloco da margem e abre o do preço, depois do intervalo das 15h15.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que cada um escreva na ficha a data do último 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Ligar com a pergunta 17: o que dá mais margem e o que mais se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 cheia de paciente de convênio não quer dizer clínica lucrando. Fazer a margem do convênio igual à do procedimento.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Arrumada a margem, aparece sobra. A pergunta passa a ser o que fazer com ela. Dinheiro parado é decisão, não conforto. Quem decide onde investe é o profissional, com quem for habilitado para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participante foi escolhido antes, pela ficha online, e autorizou abrir os números. Uns 45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Amanhã às 8h30 três pessoas contam a decisão que tomaram.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na tela durante o café das 8h.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da retomada, o Dr. Stanley assume. Com a casa em ordem, o dia 2 trata de atrair o paciente certo e de transformar consulta marcada em tratamento fechado.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Stanley. Tudo dentro das regras do conselho de cada profissão.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Stanley. Cada um escreve a resposta antes de ouvir 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com a resposta do slide anterior: o procedimento pelo qual quer ser lembrado e o que dizem quando indicam.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Stanley. Levantar o que cada um já tem antes de falar do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a origem registrada, não dá pra saber qual canal traz paciente, e o número de indicações do pilar fica no chute.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Stanley: como pedir avaliação, como fazer a indicação acontecer de propósito, e o relacionamento com quem encaminha paciente.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ficha, pergunta 11: alguma vez você deixou de publicar por dúvida sobre a regra do conselho? As regras de publicidade do CFM e do CFO ainda precisam ser levantadas antes do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Stanley. Ancora no 5G do livro, Gestão de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o número a cinco pessoas e anotar no quadro. É a linha de partida do pilar.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Stanley. Exercício possível: cada um manda agora uma mensagem pro próprio consultório e mede o tempo de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do Dr. Stanley: a conversa do orçamento, o que muda 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retorno de quem ouviu o orçamento e não voltou. Perguntar quem na sala tem alguém responsável por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livro dos 5 G’s. Perguntar: quanto do faturamento vem de paciente que já era seu? Existe recall, quem chama o paciente de volta e de quanto em quanto tempo?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sala é mista: dar um exemplo de cada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participantes escolhidos antes, pela ficha online, com autorização pra abrir os números. Uns 35 minutos cada. O hot seat é onde a sala vê a entrega antes de qualquer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quatro pilares no negócio de cada um. Cada participante preenche a coluna de hoje antes de ir embora.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dos 45 minutos: 5 min o que cada um já tem na mão (este slide). 10 min o caminho sozinho e o acompanhado, e o que costuma travar na segunda-feira. 10 min os dois programas. 5 min a condição de quem está na sala. 15 min perguntas e inscrição na mesa, com o contrato pronto. Dr. Stanley nas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máximo 20 vagas de programa: é o que a agenda dos dois comporta, e a escassez é real. O Club SB não entra nesta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Cartão parcelado ou pix à vista com desconto, como no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Encerramento, 18h.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Imersão AME · Slides</dc:title>
  <dc:subject/>
  <dc:creator>Gilberto Sena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